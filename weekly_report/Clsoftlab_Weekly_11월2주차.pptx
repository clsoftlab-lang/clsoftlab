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4" r:id="rId4"/>
  </p:sldMasterIdLst>
  <p:notesMasterIdLst>
    <p:notesMasterId r:id="rId6"/>
  </p:notesMasterIdLst>
  <p:handoutMasterIdLst>
    <p:handoutMasterId r:id="rId7"/>
  </p:handoutMasterIdLst>
  <p:sldIdLst>
    <p:sldId id="2142533550" r:id="rId5"/>
  </p:sldIdLst>
  <p:sldSz cx="9906000" cy="6858000" type="A4"/>
  <p:notesSz cx="9866313" cy="673576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7" pos="5978" userDrawn="1">
          <p15:clr>
            <a:srgbClr val="A4A3A4"/>
          </p15:clr>
        </p15:guide>
        <p15:guide id="8" pos="262" userDrawn="1">
          <p15:clr>
            <a:srgbClr val="A4A3A4"/>
          </p15:clr>
        </p15:guide>
        <p15:guide id="11" orient="horz" pos="686" userDrawn="1">
          <p15:clr>
            <a:srgbClr val="A4A3A4"/>
          </p15:clr>
        </p15:guide>
        <p15:guide id="14" orient="horz" pos="38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1427" userDrawn="1">
          <p15:clr>
            <a:srgbClr val="A4A3A4"/>
          </p15:clr>
        </p15:guide>
        <p15:guide id="2" pos="2136" userDrawn="1">
          <p15:clr>
            <a:srgbClr val="A4A3A4"/>
          </p15:clr>
        </p15:guide>
        <p15:guide id="3" orient="horz" pos="2084" userDrawn="1">
          <p15:clr>
            <a:srgbClr val="A4A3A4"/>
          </p15:clr>
        </p15:guide>
        <p15:guide id="4" pos="3089" userDrawn="1">
          <p15:clr>
            <a:srgbClr val="A4A3A4"/>
          </p15:clr>
        </p15:guide>
        <p15:guide id="5" orient="horz" pos="1453" userDrawn="1">
          <p15:clr>
            <a:srgbClr val="A4A3A4"/>
          </p15:clr>
        </p15:guide>
        <p15:guide id="6" orient="horz" pos="2122" userDrawn="1">
          <p15:clr>
            <a:srgbClr val="A4A3A4"/>
          </p15:clr>
        </p15:guide>
        <p15:guide id="7" pos="2149" userDrawn="1">
          <p15:clr>
            <a:srgbClr val="A4A3A4"/>
          </p15:clr>
        </p15:guide>
        <p15:guide id="8" pos="310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E5D6"/>
    <a:srgbClr val="DEEBF7"/>
    <a:srgbClr val="F2F2F2"/>
    <a:srgbClr val="E7E6E6"/>
    <a:srgbClr val="E6E6E6"/>
    <a:srgbClr val="B1B999"/>
    <a:srgbClr val="FFC45B"/>
    <a:srgbClr val="FFFFCC"/>
    <a:srgbClr val="4472C4"/>
    <a:srgbClr val="9CA6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367" autoAdjust="0"/>
    <p:restoredTop sz="96720" autoAdjust="0"/>
  </p:normalViewPr>
  <p:slideViewPr>
    <p:cSldViewPr snapToGrid="0" showGuides="1">
      <p:cViewPr varScale="1">
        <p:scale>
          <a:sx n="57" d="100"/>
          <a:sy n="57" d="100"/>
        </p:scale>
        <p:origin x="1368" y="43"/>
      </p:cViewPr>
      <p:guideLst>
        <p:guide pos="5978"/>
        <p:guide pos="262"/>
        <p:guide orient="horz" pos="686"/>
        <p:guide orient="horz" pos="388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6" d="100"/>
          <a:sy n="66" d="100"/>
        </p:scale>
        <p:origin x="0" y="0"/>
      </p:cViewPr>
      <p:guideLst>
        <p:guide orient="horz" pos="1427"/>
        <p:guide pos="2136"/>
        <p:guide orient="horz" pos="2084"/>
        <p:guide pos="3089"/>
        <p:guide orient="horz" pos="1453"/>
        <p:guide orient="horz" pos="2122"/>
        <p:guide pos="2149"/>
        <p:guide pos="31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28" tIns="45215" rIns="90428" bIns="45215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88757" y="1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28" tIns="45215" rIns="90428" bIns="45215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6397561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28" tIns="45215" rIns="90428" bIns="45215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88757" y="6397561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28" tIns="45215" rIns="90428" bIns="45215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B2027DDD-4B85-49AE-9189-BA37F2EFF31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349565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28" tIns="45215" rIns="90428" bIns="45215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88757" y="1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28" tIns="45215" rIns="90428" bIns="45215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108325" y="504825"/>
            <a:ext cx="3648075" cy="25257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07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86159" y="3199569"/>
            <a:ext cx="7893996" cy="3031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28" tIns="45215" rIns="90428" bIns="452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1607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6397561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28" tIns="45215" rIns="90428" bIns="45215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07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88757" y="6397561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28" tIns="45215" rIns="90428" bIns="45215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0C089FE8-A1A6-49F2-B317-3775AAE8295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914266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C089FE8-A1A6-49F2-B317-3775AAE8295A}" type="slidenum">
              <a:rPr lang="en-US" altLang="ko-KR" smtClean="0"/>
              <a:pPr>
                <a:defRPr/>
              </a:pPr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38592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1" descr="22p-back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" y="6354785"/>
            <a:ext cx="9906000" cy="5032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8" name="Picture 36" descr="22p-back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" y="0"/>
            <a:ext cx="9906000" cy="10080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9" name="Rectangle 17"/>
          <p:cNvSpPr>
            <a:spLocks noGrp="1" noChangeArrowheads="1"/>
          </p:cNvSpPr>
          <p:nvPr>
            <p:ph type="ctrTitle" sz="quarter"/>
          </p:nvPr>
        </p:nvSpPr>
        <p:spPr>
          <a:xfrm>
            <a:off x="573205" y="2191675"/>
            <a:ext cx="8420100" cy="701675"/>
          </a:xfrm>
          <a:prstGeom prst="rect">
            <a:avLst/>
          </a:prstGeom>
          <a:ln w="9525"/>
        </p:spPr>
        <p:txBody>
          <a:bodyPr lIns="90000" tIns="45720" rIns="91440" bIns="45720" anchor="ctr"/>
          <a:lstStyle>
            <a:lvl1pPr algn="ctr" eaLnBrk="1" fontAlgn="ctr" latinLnBrk="1" hangingPunct="1">
              <a:defRPr sz="3200" b="1" smtClean="0">
                <a:solidFill>
                  <a:schemeClr val="tx1"/>
                </a:solidFill>
                <a:latin typeface="Trebuchet MS" panose="020B0603020202020204" pitchFamily="34" charset="0"/>
                <a:ea typeface="맑은 고딕" panose="020B050302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14" name="직사각형 13"/>
          <p:cNvSpPr/>
          <p:nvPr userDrawn="1"/>
        </p:nvSpPr>
        <p:spPr>
          <a:xfrm>
            <a:off x="195567" y="980728"/>
            <a:ext cx="3187091" cy="5810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4500"/>
              </a:lnSpc>
              <a:spcBef>
                <a:spcPts val="100"/>
              </a:spcBef>
              <a:spcAft>
                <a:spcPts val="300"/>
              </a:spcAft>
            </a:pPr>
            <a:r>
              <a:rPr lang="ko-KR" altLang="en-US" sz="2000" b="1">
                <a:latin typeface="맑은 고딕" pitchFamily="50" charset="-127"/>
                <a:ea typeface="맑은 고딕" pitchFamily="50" charset="-127"/>
              </a:rPr>
              <a:t>그룹 통합 </a:t>
            </a:r>
            <a:r>
              <a:rPr lang="en-US" altLang="ko-KR" sz="2000" b="1">
                <a:latin typeface="맑은 고딕" pitchFamily="50" charset="-127"/>
                <a:ea typeface="맑은 고딕" pitchFamily="50" charset="-127"/>
              </a:rPr>
              <a:t>HRIS </a:t>
            </a:r>
            <a:r>
              <a:rPr lang="ko-KR" altLang="en-US" sz="2000" b="1">
                <a:latin typeface="맑은 고딕" pitchFamily="50" charset="-127"/>
                <a:ea typeface="맑은 고딕" pitchFamily="50" charset="-127"/>
              </a:rPr>
              <a:t>구축 사업</a:t>
            </a:r>
            <a:endParaRPr lang="en-US" altLang="ko-KR" sz="2000" b="1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946972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37"/>
          <p:cNvSpPr>
            <a:spLocks noChangeArrowheads="1"/>
          </p:cNvSpPr>
          <p:nvPr userDrawn="1"/>
        </p:nvSpPr>
        <p:spPr bwMode="auto">
          <a:xfrm>
            <a:off x="415925" y="612799"/>
            <a:ext cx="9072000" cy="36512"/>
          </a:xfrm>
          <a:prstGeom prst="rect">
            <a:avLst/>
          </a:prstGeom>
          <a:solidFill>
            <a:srgbClr val="FF9933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latinLnBrk="1">
              <a:spcBef>
                <a:spcPct val="0"/>
              </a:spcBef>
              <a:buFontTx/>
              <a:buNone/>
              <a:defRPr/>
            </a:pPr>
            <a:endParaRPr lang="ko-KR" altLang="en-US" sz="1400" b="1">
              <a:solidFill>
                <a:srgbClr val="000000"/>
              </a:solidFill>
              <a:latin typeface="Tahoma" pitchFamily="34" charset="0"/>
              <a:ea typeface="HY견고딕" pitchFamily="18" charset="-127"/>
            </a:endParaRPr>
          </a:p>
        </p:txBody>
      </p:sp>
      <p:sp>
        <p:nvSpPr>
          <p:cNvPr id="8" name="직사각형 7"/>
          <p:cNvSpPr/>
          <p:nvPr userDrawn="1"/>
        </p:nvSpPr>
        <p:spPr>
          <a:xfrm>
            <a:off x="4774554" y="6550093"/>
            <a:ext cx="35298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fontAlgn="auto" latinLnBrk="0">
              <a:spcBef>
                <a:spcPts val="0"/>
              </a:spcBef>
              <a:spcAft>
                <a:spcPts val="0"/>
              </a:spcAft>
              <a:defRPr/>
            </a:pPr>
            <a:fld id="{C8BF89A3-ED97-41A3-929F-288694448ED9}" type="slidenum">
              <a:rPr lang="en-US" altLang="ko-KR" sz="1000" b="1" smtClean="0">
                <a:solidFill>
                  <a:srgbClr val="000000"/>
                </a:solidFill>
                <a:latin typeface="맑은 고딕"/>
                <a:ea typeface="맑은 고딕"/>
              </a:rPr>
              <a:pPr algn="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altLang="ko-KR" sz="1000" b="1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9" name="제목 개체 틀 1"/>
          <p:cNvSpPr>
            <a:spLocks noGrp="1"/>
          </p:cNvSpPr>
          <p:nvPr>
            <p:ph type="title"/>
          </p:nvPr>
        </p:nvSpPr>
        <p:spPr>
          <a:xfrm>
            <a:off x="416496" y="116632"/>
            <a:ext cx="9071429" cy="4241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12" name="텍스트 개체 틀 12"/>
          <p:cNvSpPr>
            <a:spLocks noGrp="1"/>
          </p:cNvSpPr>
          <p:nvPr>
            <p:ph idx="1"/>
          </p:nvPr>
        </p:nvSpPr>
        <p:spPr>
          <a:xfrm>
            <a:off x="416496" y="692696"/>
            <a:ext cx="9071429" cy="720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9416406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1" descr="22p-back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" y="6354785"/>
            <a:ext cx="9906000" cy="5032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8" name="Picture 36" descr="22p-back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" y="0"/>
            <a:ext cx="9906000" cy="10080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9" name="Rectangle 17"/>
          <p:cNvSpPr>
            <a:spLocks noGrp="1" noChangeArrowheads="1"/>
          </p:cNvSpPr>
          <p:nvPr>
            <p:ph type="ctrTitle" sz="quarter"/>
          </p:nvPr>
        </p:nvSpPr>
        <p:spPr>
          <a:xfrm>
            <a:off x="573205" y="2191675"/>
            <a:ext cx="8420100" cy="701675"/>
          </a:xfrm>
          <a:prstGeom prst="rect">
            <a:avLst/>
          </a:prstGeom>
          <a:ln w="9525"/>
        </p:spPr>
        <p:txBody>
          <a:bodyPr lIns="90000" tIns="45720" rIns="91440" bIns="45720" anchor="ctr"/>
          <a:lstStyle>
            <a:lvl1pPr algn="ctr" eaLnBrk="1" fontAlgn="ctr" latinLnBrk="1" hangingPunct="1">
              <a:defRPr sz="3200" b="1" smtClean="0">
                <a:solidFill>
                  <a:schemeClr val="tx1"/>
                </a:solidFill>
                <a:latin typeface="Trebuchet MS" panose="020B0603020202020204" pitchFamily="34" charset="0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4" name="직사각형 13"/>
          <p:cNvSpPr/>
          <p:nvPr userDrawn="1"/>
        </p:nvSpPr>
        <p:spPr>
          <a:xfrm>
            <a:off x="195567" y="980728"/>
            <a:ext cx="3663247" cy="5810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4500"/>
              </a:lnSpc>
              <a:spcBef>
                <a:spcPts val="100"/>
              </a:spcBef>
              <a:spcAft>
                <a:spcPts val="300"/>
              </a:spcAft>
            </a:pPr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SUPEX </a:t>
            </a:r>
            <a:r>
              <a:rPr lang="ko-KR" altLang="en-US" sz="2000" b="1" dirty="0">
                <a:latin typeface="맑은 고딕" pitchFamily="50" charset="-127"/>
                <a:ea typeface="맑은 고딕" pitchFamily="50" charset="-127"/>
              </a:rPr>
              <a:t>추구협의회 </a:t>
            </a:r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e-HR </a:t>
            </a:r>
            <a:r>
              <a:rPr lang="ko-KR" altLang="en-US" sz="2000" b="1" dirty="0">
                <a:latin typeface="맑은 고딕" pitchFamily="50" charset="-127"/>
                <a:ea typeface="맑은 고딕" pitchFamily="50" charset="-127"/>
              </a:rPr>
              <a:t>구축</a:t>
            </a:r>
            <a:endParaRPr lang="en-US" altLang="ko-KR" sz="2000" b="1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946972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37"/>
          <p:cNvSpPr>
            <a:spLocks noChangeArrowheads="1"/>
          </p:cNvSpPr>
          <p:nvPr userDrawn="1"/>
        </p:nvSpPr>
        <p:spPr bwMode="auto">
          <a:xfrm>
            <a:off x="415925" y="612799"/>
            <a:ext cx="9072000" cy="36512"/>
          </a:xfrm>
          <a:prstGeom prst="rect">
            <a:avLst/>
          </a:prstGeom>
          <a:solidFill>
            <a:srgbClr val="FF9933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latinLnBrk="1">
              <a:spcBef>
                <a:spcPct val="0"/>
              </a:spcBef>
              <a:buFontTx/>
              <a:buNone/>
              <a:defRPr/>
            </a:pPr>
            <a:endParaRPr lang="ko-KR" altLang="en-US" sz="1400" b="1">
              <a:solidFill>
                <a:srgbClr val="000000"/>
              </a:solidFill>
              <a:latin typeface="Tahoma" pitchFamily="34" charset="0"/>
              <a:ea typeface="HY견고딕" pitchFamily="18" charset="-127"/>
            </a:endParaRPr>
          </a:p>
        </p:txBody>
      </p:sp>
      <p:sp>
        <p:nvSpPr>
          <p:cNvPr id="8" name="직사각형 7"/>
          <p:cNvSpPr/>
          <p:nvPr userDrawn="1"/>
        </p:nvSpPr>
        <p:spPr>
          <a:xfrm>
            <a:off x="4774554" y="6550093"/>
            <a:ext cx="35298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fontAlgn="auto" latinLnBrk="0">
              <a:spcBef>
                <a:spcPts val="0"/>
              </a:spcBef>
              <a:spcAft>
                <a:spcPts val="0"/>
              </a:spcAft>
              <a:defRPr/>
            </a:pPr>
            <a:fld id="{C8BF89A3-ED97-41A3-929F-288694448ED9}" type="slidenum">
              <a:rPr lang="en-US" altLang="ko-KR" sz="1000" b="1" smtClean="0">
                <a:solidFill>
                  <a:srgbClr val="000000"/>
                </a:solidFill>
                <a:latin typeface="맑은 고딕"/>
                <a:ea typeface="맑은 고딕"/>
              </a:rPr>
              <a:pPr algn="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altLang="ko-KR" sz="1000" b="1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9" name="제목 개체 틀 1"/>
          <p:cNvSpPr>
            <a:spLocks noGrp="1"/>
          </p:cNvSpPr>
          <p:nvPr>
            <p:ph type="title"/>
          </p:nvPr>
        </p:nvSpPr>
        <p:spPr>
          <a:xfrm>
            <a:off x="416496" y="116632"/>
            <a:ext cx="9071429" cy="4241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12" name="텍스트 개체 틀 12"/>
          <p:cNvSpPr>
            <a:spLocks noGrp="1"/>
          </p:cNvSpPr>
          <p:nvPr>
            <p:ph idx="1"/>
          </p:nvPr>
        </p:nvSpPr>
        <p:spPr>
          <a:xfrm>
            <a:off x="416496" y="692696"/>
            <a:ext cx="9071429" cy="720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B5A06E6A-28DD-43FA-A0F4-848D27128396}"/>
              </a:ext>
            </a:extLst>
          </p:cNvPr>
          <p:cNvSpPr txBox="1"/>
          <p:nvPr userDrawn="1"/>
        </p:nvSpPr>
        <p:spPr>
          <a:xfrm>
            <a:off x="6600305" y="285483"/>
            <a:ext cx="29759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5</a:t>
            </a:r>
            <a:r>
              <a:rPr kumimoji="0" lang="ko-KR" altLang="en-US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월</a:t>
            </a: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3</a:t>
            </a:r>
            <a:r>
              <a:rPr kumimoji="0" lang="ko-KR" altLang="en-US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주차</a:t>
            </a: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: 5</a:t>
            </a:r>
            <a:r>
              <a:rPr kumimoji="0" lang="ko-KR" altLang="en-US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월</a:t>
            </a: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13</a:t>
            </a:r>
            <a:r>
              <a:rPr kumimoji="0" lang="ko-KR" altLang="en-US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일</a:t>
            </a: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</a:t>
            </a:r>
            <a:r>
              <a:rPr kumimoji="0" lang="ko-KR" altLang="en-US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월</a:t>
            </a: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)~ 5</a:t>
            </a:r>
            <a:r>
              <a:rPr kumimoji="0" lang="ko-KR" altLang="en-US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월</a:t>
            </a: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17</a:t>
            </a:r>
            <a:r>
              <a:rPr kumimoji="0" lang="ko-KR" altLang="en-US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일</a:t>
            </a: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</a:t>
            </a:r>
            <a:r>
              <a:rPr kumimoji="0" lang="ko-KR" altLang="en-US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금</a:t>
            </a: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)</a:t>
            </a:r>
            <a:endParaRPr kumimoji="0" lang="ko-KR" altLang="en-US" sz="12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16406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05_마지막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2529817" y="2717227"/>
            <a:ext cx="475252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i="1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End of</a:t>
            </a:r>
            <a:r>
              <a:rPr lang="en-US" altLang="ko-KR" sz="3200" b="1" i="1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Document</a:t>
            </a:r>
            <a:endParaRPr lang="ko-KR" altLang="en-US" sz="3200" b="1" i="1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37"/>
          <p:cNvSpPr>
            <a:spLocks noChangeArrowheads="1"/>
          </p:cNvSpPr>
          <p:nvPr userDrawn="1"/>
        </p:nvSpPr>
        <p:spPr bwMode="auto">
          <a:xfrm>
            <a:off x="415925" y="612799"/>
            <a:ext cx="9072000" cy="36512"/>
          </a:xfrm>
          <a:prstGeom prst="rect">
            <a:avLst/>
          </a:prstGeom>
          <a:solidFill>
            <a:srgbClr val="FF9933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latinLnBrk="1">
              <a:spcBef>
                <a:spcPct val="0"/>
              </a:spcBef>
              <a:buFontTx/>
              <a:buNone/>
              <a:defRPr/>
            </a:pPr>
            <a:endParaRPr lang="ko-KR" altLang="en-US" sz="1400" b="1">
              <a:solidFill>
                <a:srgbClr val="000000"/>
              </a:solidFill>
              <a:latin typeface="Tahoma" pitchFamily="34" charset="0"/>
              <a:ea typeface="HY견고딕" pitchFamily="18" charset="-127"/>
            </a:endParaRPr>
          </a:p>
        </p:txBody>
      </p:sp>
      <p:sp>
        <p:nvSpPr>
          <p:cNvPr id="8" name="직사각형 7"/>
          <p:cNvSpPr/>
          <p:nvPr userDrawn="1"/>
        </p:nvSpPr>
        <p:spPr>
          <a:xfrm>
            <a:off x="4774554" y="6550093"/>
            <a:ext cx="35298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fontAlgn="auto" latinLnBrk="0">
              <a:spcBef>
                <a:spcPts val="0"/>
              </a:spcBef>
              <a:spcAft>
                <a:spcPts val="0"/>
              </a:spcAft>
              <a:defRPr/>
            </a:pPr>
            <a:fld id="{C8BF89A3-ED97-41A3-929F-288694448ED9}" type="slidenum">
              <a:rPr lang="en-US" altLang="ko-KR" sz="1000" b="1" smtClean="0">
                <a:solidFill>
                  <a:srgbClr val="000000"/>
                </a:solidFill>
                <a:latin typeface="맑은 고딕"/>
                <a:ea typeface="맑은 고딕"/>
              </a:rPr>
              <a:pPr algn="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altLang="ko-KR" sz="1000" b="1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9" name="제목 개체 틀 1"/>
          <p:cNvSpPr>
            <a:spLocks noGrp="1"/>
          </p:cNvSpPr>
          <p:nvPr>
            <p:ph type="title"/>
          </p:nvPr>
        </p:nvSpPr>
        <p:spPr>
          <a:xfrm>
            <a:off x="416496" y="116632"/>
            <a:ext cx="9071429" cy="4241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12" name="텍스트 개체 틀 12"/>
          <p:cNvSpPr>
            <a:spLocks noGrp="1"/>
          </p:cNvSpPr>
          <p:nvPr>
            <p:ph idx="1"/>
          </p:nvPr>
        </p:nvSpPr>
        <p:spPr>
          <a:xfrm>
            <a:off x="416496" y="692696"/>
            <a:ext cx="9071429" cy="720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B5A06E6A-28DD-43FA-A0F4-848D27128396}"/>
              </a:ext>
            </a:extLst>
          </p:cNvPr>
          <p:cNvSpPr txBox="1"/>
          <p:nvPr userDrawn="1"/>
        </p:nvSpPr>
        <p:spPr>
          <a:xfrm>
            <a:off x="6600305" y="285483"/>
            <a:ext cx="29759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5</a:t>
            </a:r>
            <a:r>
              <a:rPr kumimoji="0" lang="ko-KR" altLang="en-US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월</a:t>
            </a: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3</a:t>
            </a:r>
            <a:r>
              <a:rPr kumimoji="0" lang="ko-KR" altLang="en-US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주차</a:t>
            </a: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: 5</a:t>
            </a:r>
            <a:r>
              <a:rPr kumimoji="0" lang="ko-KR" altLang="en-US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월</a:t>
            </a: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13</a:t>
            </a:r>
            <a:r>
              <a:rPr kumimoji="0" lang="ko-KR" altLang="en-US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일</a:t>
            </a: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</a:t>
            </a:r>
            <a:r>
              <a:rPr kumimoji="0" lang="ko-KR" altLang="en-US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월</a:t>
            </a: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)~ 5</a:t>
            </a:r>
            <a:r>
              <a:rPr kumimoji="0" lang="ko-KR" altLang="en-US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월</a:t>
            </a: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17</a:t>
            </a:r>
            <a:r>
              <a:rPr kumimoji="0" lang="ko-KR" altLang="en-US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일</a:t>
            </a: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</a:t>
            </a:r>
            <a:r>
              <a:rPr kumimoji="0" lang="ko-KR" altLang="en-US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금</a:t>
            </a: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)</a:t>
            </a:r>
            <a:endParaRPr kumimoji="0" lang="ko-KR" altLang="en-US" sz="12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1612156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37"/>
          <p:cNvSpPr>
            <a:spLocks noChangeArrowheads="1"/>
          </p:cNvSpPr>
          <p:nvPr userDrawn="1"/>
        </p:nvSpPr>
        <p:spPr bwMode="auto">
          <a:xfrm>
            <a:off x="415925" y="612799"/>
            <a:ext cx="9072000" cy="36512"/>
          </a:xfrm>
          <a:prstGeom prst="rect">
            <a:avLst/>
          </a:prstGeom>
          <a:solidFill>
            <a:srgbClr val="FF9933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latinLnBrk="1">
              <a:spcBef>
                <a:spcPct val="0"/>
              </a:spcBef>
              <a:buFontTx/>
              <a:buNone/>
              <a:defRPr/>
            </a:pPr>
            <a:endParaRPr lang="ko-KR" altLang="en-US" sz="1400" b="1">
              <a:solidFill>
                <a:srgbClr val="000000"/>
              </a:solidFill>
              <a:latin typeface="Tahoma" pitchFamily="34" charset="0"/>
              <a:ea typeface="HY견고딕" pitchFamily="18" charset="-127"/>
            </a:endParaRPr>
          </a:p>
        </p:txBody>
      </p:sp>
      <p:sp>
        <p:nvSpPr>
          <p:cNvPr id="5" name="직사각형 4"/>
          <p:cNvSpPr/>
          <p:nvPr userDrawn="1"/>
        </p:nvSpPr>
        <p:spPr>
          <a:xfrm>
            <a:off x="4774554" y="6550093"/>
            <a:ext cx="35298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fontAlgn="auto" latinLnBrk="0">
              <a:spcBef>
                <a:spcPts val="0"/>
              </a:spcBef>
              <a:spcAft>
                <a:spcPts val="0"/>
              </a:spcAft>
              <a:defRPr/>
            </a:pPr>
            <a:fld id="{C8BF89A3-ED97-41A3-929F-288694448ED9}" type="slidenum">
              <a:rPr lang="en-US" altLang="ko-KR" sz="1000" b="1" smtClean="0">
                <a:solidFill>
                  <a:srgbClr val="000000"/>
                </a:solidFill>
                <a:latin typeface="맑은 고딕"/>
                <a:ea typeface="맑은 고딕"/>
              </a:rPr>
              <a:pPr algn="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altLang="ko-KR" sz="1000" b="1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6" name="제목 개체 틀 1"/>
          <p:cNvSpPr>
            <a:spLocks noGrp="1"/>
          </p:cNvSpPr>
          <p:nvPr>
            <p:ph type="title"/>
          </p:nvPr>
        </p:nvSpPr>
        <p:spPr>
          <a:xfrm>
            <a:off x="416496" y="116632"/>
            <a:ext cx="9071429" cy="4241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416496" y="692696"/>
            <a:ext cx="9071429" cy="720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16497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81" r:id="rId3"/>
    <p:sldLayoutId id="2147483882" r:id="rId4"/>
    <p:sldLayoutId id="2147483758" r:id="rId5"/>
    <p:sldLayoutId id="2147483953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1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1" hangingPunct="1">
        <a:lnSpc>
          <a:spcPct val="100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defRPr sz="1400" b="1" kern="1200">
          <a:solidFill>
            <a:schemeClr val="tx1"/>
          </a:solidFill>
          <a:latin typeface="+mn-ea"/>
          <a:ea typeface="+mn-ea"/>
          <a:cs typeface="+mn-cs"/>
        </a:defRPr>
      </a:lvl1pPr>
      <a:lvl2pPr marL="0" indent="0" algn="l" defTabSz="914400" rtl="0" eaLnBrk="1" latinLnBrk="1" hangingPunct="1">
        <a:lnSpc>
          <a:spcPct val="100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defRPr sz="1400" b="1" kern="1200">
          <a:solidFill>
            <a:schemeClr val="tx1"/>
          </a:solidFill>
          <a:latin typeface="+mn-ea"/>
          <a:ea typeface="+mn-ea"/>
          <a:cs typeface="+mn-cs"/>
        </a:defRPr>
      </a:lvl2pPr>
      <a:lvl3pPr marL="0" indent="0" algn="l" defTabSz="914400" rtl="0" eaLnBrk="1" latinLnBrk="1" hangingPunct="1">
        <a:lnSpc>
          <a:spcPct val="100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defRPr sz="1400" b="1" kern="1200">
          <a:solidFill>
            <a:schemeClr val="tx1"/>
          </a:solidFill>
          <a:latin typeface="+mn-ea"/>
          <a:ea typeface="+mn-ea"/>
          <a:cs typeface="+mn-cs"/>
        </a:defRPr>
      </a:lvl3pPr>
      <a:lvl4pPr marL="0" indent="0" algn="l" defTabSz="914400" rtl="0" eaLnBrk="1" latinLnBrk="1" hangingPunct="1">
        <a:lnSpc>
          <a:spcPct val="100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defRPr sz="1400" b="1" kern="1200">
          <a:solidFill>
            <a:schemeClr val="tx1"/>
          </a:solidFill>
          <a:latin typeface="+mn-ea"/>
          <a:ea typeface="+mn-ea"/>
          <a:cs typeface="+mn-cs"/>
        </a:defRPr>
      </a:lvl4pPr>
      <a:lvl5pPr marL="0" indent="0" algn="l" defTabSz="914400" rtl="0" eaLnBrk="1" latinLnBrk="1" hangingPunct="1">
        <a:lnSpc>
          <a:spcPct val="100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defRPr sz="1400" b="1" kern="120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xmlns="" id="{CDA7CDB2-99E7-6129-9C24-C5C0465D9A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0967696"/>
              </p:ext>
            </p:extLst>
          </p:nvPr>
        </p:nvGraphicFramePr>
        <p:xfrm>
          <a:off x="399507" y="772664"/>
          <a:ext cx="9079922" cy="56665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3785"/>
                <a:gridCol w="3771900">
                  <a:extLst>
                    <a:ext uri="{9D8B030D-6E8A-4147-A177-3AD203B41FA5}">
                      <a16:colId xmlns:a16="http://schemas.microsoft.com/office/drawing/2014/main" xmlns="" val="1331402510"/>
                    </a:ext>
                  </a:extLst>
                </a:gridCol>
                <a:gridCol w="693410">
                  <a:extLst>
                    <a:ext uri="{9D8B030D-6E8A-4147-A177-3AD203B41FA5}">
                      <a16:colId xmlns:a16="http://schemas.microsoft.com/office/drawing/2014/main" xmlns="" val="3156053022"/>
                    </a:ext>
                  </a:extLst>
                </a:gridCol>
                <a:gridCol w="2602019">
                  <a:extLst>
                    <a:ext uri="{9D8B030D-6E8A-4147-A177-3AD203B41FA5}">
                      <a16:colId xmlns:a16="http://schemas.microsoft.com/office/drawing/2014/main" xmlns="" val="1124897327"/>
                    </a:ext>
                  </a:extLst>
                </a:gridCol>
                <a:gridCol w="688808">
                  <a:extLst>
                    <a:ext uri="{9D8B030D-6E8A-4147-A177-3AD203B41FA5}">
                      <a16:colId xmlns:a16="http://schemas.microsoft.com/office/drawing/2014/main" xmlns="" val="2090423883"/>
                    </a:ext>
                  </a:extLst>
                </a:gridCol>
              </a:tblGrid>
              <a:tr h="323611">
                <a:tc rowSpan="2">
                  <a:txBody>
                    <a:bodyPr/>
                    <a:lstStyle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dirty="0" smtClean="0">
                          <a:solidFill>
                            <a:prstClr val="black"/>
                          </a:solidFill>
                          <a:latin typeface="Trebuchet MS" panose="020B0603020202020204" pitchFamily="34" charset="0"/>
                          <a:ea typeface="+mn-ea"/>
                        </a:rPr>
                        <a:t>일정</a:t>
                      </a:r>
                      <a:endParaRPr kumimoji="0" lang="ko-KR" alt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rebuchet MS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ctr" anchorCtr="1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latin typeface="Trebuchet MS"/>
                        </a:rPr>
                        <a:t>금주 </a:t>
                      </a:r>
                      <a:r>
                        <a:rPr lang="en-US" altLang="ko-KR" sz="1200" b="1" dirty="0" smtClean="0">
                          <a:solidFill>
                            <a:schemeClr val="tx1"/>
                          </a:solidFill>
                          <a:latin typeface="Trebuchet MS"/>
                        </a:rPr>
                        <a:t>(11/03</a:t>
                      </a:r>
                      <a:r>
                        <a:rPr lang="en-US" altLang="ko-KR" sz="1200" b="1" baseline="0" dirty="0" smtClean="0">
                          <a:solidFill>
                            <a:schemeClr val="tx1"/>
                          </a:solidFill>
                          <a:latin typeface="Trebuchet MS"/>
                        </a:rPr>
                        <a:t> ~ 11/07)</a:t>
                      </a:r>
                      <a:endParaRPr kumimoji="0" lang="ko-KR" alt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rebuchet MS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ctr" anchorCtr="1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Trebuchet MS"/>
                        </a:rPr>
                        <a:t>Status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Trebuchet MS"/>
                      </a:endParaRPr>
                    </a:p>
                  </a:txBody>
                  <a:tcPr marL="72000" marR="72000" marT="72000" marB="72000" anchor="ctr" anchorCtr="1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rebuchet MS"/>
                          <a:ea typeface="맑은 고딕"/>
                          <a:cs typeface="+mn-cs"/>
                        </a:rPr>
                        <a:t>차주 </a:t>
                      </a:r>
                      <a:r>
                        <a:rPr lang="en-US" altLang="ko-KR" sz="1200" b="1" dirty="0" smtClean="0">
                          <a:solidFill>
                            <a:schemeClr val="tx1"/>
                          </a:solidFill>
                          <a:latin typeface="Trebuchet MS"/>
                        </a:rPr>
                        <a:t>(11/10</a:t>
                      </a:r>
                      <a:r>
                        <a:rPr lang="en-US" altLang="ko-KR" sz="1200" b="1" baseline="0" dirty="0" smtClean="0">
                          <a:solidFill>
                            <a:schemeClr val="tx1"/>
                          </a:solidFill>
                          <a:latin typeface="Trebuchet MS"/>
                        </a:rPr>
                        <a:t> </a:t>
                      </a:r>
                      <a:r>
                        <a:rPr lang="en-US" altLang="ko-KR" sz="1200" b="1" baseline="0" smtClean="0">
                          <a:solidFill>
                            <a:schemeClr val="tx1"/>
                          </a:solidFill>
                          <a:latin typeface="Trebuchet MS"/>
                        </a:rPr>
                        <a:t>~ 11/14)</a:t>
                      </a:r>
                      <a:endParaRPr kumimoji="0" lang="ko-KR" alt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rebuchet MS"/>
                        <a:ea typeface="맑은 고딕"/>
                        <a:cs typeface="+mn-cs"/>
                      </a:endParaRPr>
                    </a:p>
                  </a:txBody>
                  <a:tcPr marL="72000" marR="72000" marT="72000" marB="72000" anchor="ctr" anchorCtr="1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Trebuchet MS"/>
                        </a:rPr>
                        <a:t>Status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Trebuchet MS"/>
                      </a:endParaRPr>
                    </a:p>
                  </a:txBody>
                  <a:tcPr marL="72000" marR="72000" marT="72000" marB="72000" anchor="ctr" anchorCtr="1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0736907"/>
                  </a:ext>
                </a:extLst>
              </a:tr>
              <a:tr h="4650701">
                <a:tc vMerge="1">
                  <a:txBody>
                    <a:bodyPr/>
                    <a:lstStyle/>
                    <a:p>
                      <a:pPr marL="171450" marR="0" lvl="1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altLang="ko-KR" sz="1100" b="0" i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lang="ko-KR" altLang="en-US" sz="11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급여 화면 수정</a:t>
                      </a:r>
                      <a:endParaRPr lang="en-US" altLang="ko-KR" sz="1100" b="0" i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92075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endParaRPr lang="en-US" altLang="ko-KR" sz="1100" b="0" i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67970" marR="0" lvl="1" indent="-17589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맑은 고딕" panose="020B0503020000020004" pitchFamily="50" charset="-127"/>
                        <a:buChar char="­"/>
                        <a:tabLst/>
                        <a:defRPr/>
                      </a:pPr>
                      <a:r>
                        <a:rPr lang="ko-KR" altLang="en-US" sz="11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징계</a:t>
                      </a:r>
                      <a:r>
                        <a:rPr lang="en-US" altLang="ko-KR" sz="11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11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병가 공제 항목 관리 화면 수정</a:t>
                      </a:r>
                      <a:endParaRPr lang="en-US" altLang="ko-KR" sz="1100" b="0" i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67970" marR="0" lvl="1" indent="-17589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맑은 고딕" panose="020B0503020000020004" pitchFamily="50" charset="-127"/>
                        <a:buChar char="­"/>
                        <a:tabLst/>
                        <a:defRPr/>
                      </a:pPr>
                      <a:r>
                        <a:rPr lang="ko-KR" altLang="en-US" sz="11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호봉 기준 관리 화면 수정</a:t>
                      </a:r>
                      <a:endParaRPr lang="en-US" altLang="ko-KR" sz="1100" b="0" i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67970" marR="0" lvl="1" indent="-17589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맑은 고딕" panose="020B0503020000020004" pitchFamily="50" charset="-127"/>
                        <a:buChar char="­"/>
                        <a:tabLst/>
                        <a:defRPr/>
                      </a:pPr>
                      <a:r>
                        <a:rPr lang="ko-KR" altLang="en-US" sz="1100" b="0" i="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사원별</a:t>
                      </a:r>
                      <a:r>
                        <a:rPr lang="ko-KR" altLang="en-US" sz="11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호봉 관리 화면 및 기능 구현</a:t>
                      </a:r>
                      <a:endParaRPr lang="en-US" altLang="ko-KR" sz="1100" b="0" i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67970" marR="0" lvl="1" indent="-17589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맑은 고딕" panose="020B0503020000020004" pitchFamily="50" charset="-127"/>
                        <a:buChar char="­"/>
                        <a:tabLst/>
                        <a:defRPr/>
                      </a:pPr>
                      <a:r>
                        <a:rPr lang="ko-KR" altLang="en-US" sz="11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급여 계좌 관리 화면 수정</a:t>
                      </a:r>
                      <a:endParaRPr lang="en-US" altLang="ko-KR" sz="1100" b="0" i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67970" marR="0" lvl="1" indent="-17589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맑은 고딕" panose="020B0503020000020004" pitchFamily="50" charset="-127"/>
                        <a:buChar char="­"/>
                        <a:tabLst/>
                        <a:defRPr/>
                      </a:pPr>
                      <a:r>
                        <a:rPr lang="ko-KR" altLang="en-US" sz="1100" b="0" i="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사원별</a:t>
                      </a:r>
                      <a:r>
                        <a:rPr lang="ko-KR" altLang="en-US" sz="11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원천 </a:t>
                      </a:r>
                      <a:r>
                        <a:rPr lang="ko-KR" altLang="en-US" sz="1100" b="0" i="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징수율</a:t>
                      </a:r>
                      <a:r>
                        <a:rPr lang="ko-KR" altLang="en-US" sz="11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관리 화면 및 기능 구현</a:t>
                      </a:r>
                      <a:endParaRPr lang="en-US" altLang="ko-KR" sz="1100" b="0" i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67970" marR="0" lvl="1" indent="-17589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맑은 고딕" panose="020B0503020000020004" pitchFamily="50" charset="-127"/>
                        <a:buChar char="­"/>
                        <a:tabLst/>
                        <a:defRPr/>
                      </a:pPr>
                      <a:r>
                        <a:rPr lang="ko-KR" altLang="en-US" sz="11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사원 가족 정보 관리 화면 구현</a:t>
                      </a:r>
                      <a:endParaRPr lang="en-US" altLang="ko-KR" sz="1100" b="0" i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67970" marR="0" lvl="1" indent="-17589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맑은 고딕" panose="020B0503020000020004" pitchFamily="50" charset="-127"/>
                        <a:buChar char="­"/>
                        <a:tabLst/>
                        <a:defRPr/>
                      </a:pPr>
                      <a:r>
                        <a:rPr lang="ko-KR" altLang="en-US" sz="11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급여 항목 </a:t>
                      </a:r>
                      <a:r>
                        <a:rPr lang="ko-KR" altLang="en-US" sz="1100" b="0" i="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절사</a:t>
                      </a:r>
                      <a:r>
                        <a:rPr lang="ko-KR" altLang="en-US" sz="11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이력 화면 구현</a:t>
                      </a:r>
                      <a:endParaRPr lang="en-US" altLang="ko-KR" sz="1100" b="0" i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67970" marR="0" lvl="1" indent="-17589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맑은 고딕" panose="020B0503020000020004" pitchFamily="50" charset="-127"/>
                        <a:buChar char="­"/>
                        <a:tabLst/>
                        <a:defRPr/>
                      </a:pPr>
                      <a:r>
                        <a:rPr lang="ko-KR" altLang="en-US" sz="11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지급명세표 화면 수정</a:t>
                      </a:r>
                      <a:endParaRPr lang="en-US" altLang="ko-KR" sz="1100" b="0" i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67970" marR="0" lvl="1" indent="-17589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맑은 고딕" panose="020B0503020000020004" pitchFamily="50" charset="-127"/>
                        <a:buChar char="­"/>
                        <a:tabLst/>
                        <a:defRPr/>
                      </a:pPr>
                      <a:r>
                        <a:rPr lang="ko-KR" altLang="en-US" sz="11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사내 회비 항목 관리 화면 수정</a:t>
                      </a:r>
                      <a:endParaRPr lang="en-US" altLang="ko-KR" sz="1100" b="0" i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67970" marR="0" lvl="1" indent="-17589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맑은 고딕" panose="020B0503020000020004" pitchFamily="50" charset="-127"/>
                        <a:buChar char="­"/>
                        <a:tabLst/>
                        <a:defRPr/>
                      </a:pPr>
                      <a:r>
                        <a:rPr lang="ko-KR" altLang="en-US" sz="1100" b="0" i="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사원별</a:t>
                      </a:r>
                      <a:r>
                        <a:rPr lang="ko-KR" altLang="en-US" sz="11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회비 납부 관리 화면 수정</a:t>
                      </a:r>
                      <a:endParaRPr lang="en-US" altLang="ko-KR" sz="1100" b="0" i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67970" marR="0" lvl="1" indent="-17589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맑은 고딕" panose="020B0503020000020004" pitchFamily="50" charset="-127"/>
                        <a:buChar char="­"/>
                        <a:tabLst/>
                        <a:defRPr/>
                      </a:pPr>
                      <a:r>
                        <a:rPr lang="ko-KR" altLang="en-US" sz="11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사내 회비 납부 내역 관리 화면 및 기능 구현</a:t>
                      </a:r>
                      <a:endParaRPr lang="en-US" altLang="ko-KR" sz="1100" b="0" i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67970" marR="0" lvl="1" indent="-17589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맑은 고딕" panose="020B0503020000020004" pitchFamily="50" charset="-127"/>
                        <a:buChar char="­"/>
                        <a:tabLst/>
                        <a:defRPr/>
                      </a:pPr>
                      <a:r>
                        <a:rPr lang="ko-KR" altLang="en-US" sz="1100" b="0" i="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근로자별</a:t>
                      </a:r>
                      <a:r>
                        <a:rPr lang="ko-KR" altLang="en-US" sz="11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시간외근무 실적 관리 화면 </a:t>
                      </a:r>
                      <a:r>
                        <a:rPr lang="ko-KR" altLang="en-US" sz="11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수정</a:t>
                      </a:r>
                      <a:endParaRPr lang="en-US" altLang="ko-KR" sz="1100" b="0" i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67970" marR="0" lvl="1" indent="-17589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맑은 고딕" panose="020B0503020000020004" pitchFamily="50" charset="-127"/>
                        <a:buChar char="­"/>
                        <a:tabLst/>
                        <a:defRPr/>
                      </a:pPr>
                      <a:r>
                        <a:rPr lang="ko-KR" altLang="en-US" sz="1100" b="0" i="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간이세액표</a:t>
                      </a:r>
                      <a:r>
                        <a:rPr lang="ko-KR" altLang="en-US" sz="11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관리 화면 및 기능 구현</a:t>
                      </a:r>
                      <a:endParaRPr lang="en-US" altLang="ko-KR" sz="1100" b="0" i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1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altLang="ko-KR" sz="1100" b="0" i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1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altLang="ko-KR" sz="1100" b="0" i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1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altLang="ko-KR" sz="1100" b="0" i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  <a:p>
                      <a:pPr algn="ctr" latinLnBrk="1"/>
                      <a:endParaRPr lang="en-US" altLang="ko-KR" sz="11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  <a:p>
                      <a:pPr algn="ctr" latinLnBrk="1"/>
                      <a:endParaRPr lang="en-US" altLang="ko-KR" sz="11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  <a:p>
                      <a:pPr algn="ctr" latinLnBrk="1"/>
                      <a:endParaRPr lang="en-US" altLang="ko-KR" sz="11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  <a:p>
                      <a:pPr algn="ctr" latinLnBrk="1"/>
                      <a:endParaRPr lang="en-US" altLang="ko-KR" sz="11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  <a:p>
                      <a:pPr algn="ctr" latinLnBrk="1"/>
                      <a:endParaRPr lang="en-US" altLang="ko-KR" sz="11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  <a:p>
                      <a:pPr algn="ctr" latinLnBrk="1"/>
                      <a:endParaRPr lang="en-US" altLang="ko-KR" sz="11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  <a:p>
                      <a:pPr algn="ctr" latinLnBrk="1"/>
                      <a:endParaRPr lang="en-US" altLang="ko-KR" sz="11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100" b="0" i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완료</a:t>
                      </a:r>
                      <a:endParaRPr lang="en-US" altLang="ko-KR" sz="1100" b="0" i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100" b="0" i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100" b="0" i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100" b="0" i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100" b="0" i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7970" marR="0" lvl="1" indent="-17589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맑은 고딕" panose="020B0503020000020004" pitchFamily="50" charset="-127"/>
                        <a:buChar char="­"/>
                        <a:tabLst/>
                        <a:defRPr/>
                      </a:pPr>
                      <a:endParaRPr lang="en-US" altLang="ko-KR" sz="1100" b="0" i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1" indent="-1714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</a:pPr>
                      <a:endParaRPr lang="en-US" altLang="ko-KR" sz="1100" b="0" i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1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altLang="ko-KR" sz="1100" b="0" i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1" indent="-1714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급여 화면 및 기능 수정 마무리</a:t>
                      </a:r>
                      <a:endParaRPr lang="en-US" altLang="ko-KR" sz="1100" b="0" i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1" indent="-1714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</a:pPr>
                      <a:endParaRPr lang="en-US" altLang="ko-KR" sz="1100" b="0" i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1" indent="-1714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</a:pPr>
                      <a:endParaRPr lang="en-US" altLang="ko-KR" sz="1100" b="0" i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1" indent="-1714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로그인 </a:t>
                      </a:r>
                      <a:r>
                        <a:rPr lang="en-US" altLang="ko-KR" sz="11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11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역할</a:t>
                      </a:r>
                      <a:r>
                        <a:rPr lang="en-US" altLang="ko-KR" sz="11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권한</a:t>
                      </a:r>
                      <a:r>
                        <a:rPr lang="en-US" altLang="ko-KR" sz="11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1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기능 구현</a:t>
                      </a:r>
                      <a:endParaRPr lang="en-US" altLang="ko-KR" sz="1100" b="0" i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1" indent="-1714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</a:pPr>
                      <a:endParaRPr lang="en-US" altLang="ko-KR" sz="1100" b="0" i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1" indent="-1714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</a:pPr>
                      <a:endParaRPr lang="en-US" altLang="ko-KR" sz="1100" b="0" i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1" indent="-1714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급여 화면 보류 기능들 작업</a:t>
                      </a:r>
                      <a:r>
                        <a:rPr lang="en-US" altLang="ko-KR" sz="11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11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1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퇴직 정산</a:t>
                      </a:r>
                      <a:r>
                        <a:rPr lang="en-US" altLang="ko-KR" sz="11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원천징수 세율 변경</a:t>
                      </a:r>
                      <a:r>
                        <a:rPr lang="en-US" altLang="ko-KR" sz="11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지급명세표</a:t>
                      </a:r>
                      <a:r>
                        <a:rPr lang="en-US" altLang="ko-KR" sz="11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전표 마스터</a:t>
                      </a:r>
                      <a:r>
                        <a:rPr lang="en-US" altLang="ko-KR" sz="11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급여 항목 계산 이력</a:t>
                      </a:r>
                      <a:r>
                        <a:rPr lang="en-US" altLang="ko-KR" sz="11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배치 프로그램</a:t>
                      </a:r>
                      <a:r>
                        <a:rPr lang="en-US" altLang="ko-KR" sz="11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ko-KR" sz="1100" b="0" i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100" b="0" i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100" b="0" i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1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~11/11</a:t>
                      </a: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100" b="0" i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100" b="0" i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1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~11/12</a:t>
                      </a: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100" b="0" i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100" b="0" i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100" b="0" i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100" b="0" i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1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~11/14</a:t>
                      </a:r>
                      <a:endParaRPr lang="en-US" altLang="ko-KR" sz="1100" b="0" i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66307776"/>
                  </a:ext>
                </a:extLst>
              </a:tr>
              <a:tr h="688992">
                <a:tc>
                  <a:txBody>
                    <a:bodyPr/>
                    <a:lstStyle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rebuchet MS"/>
                          <a:ea typeface="+mn-ea"/>
                          <a:cs typeface="+mn-cs"/>
                        </a:rPr>
                        <a:t>비고</a:t>
                      </a:r>
                      <a:endParaRPr kumimoji="0" lang="ko-KR" alt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rebuchet MS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ctr" anchorCtr="1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399506" y="99047"/>
            <a:ext cx="5851826" cy="481245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주간 보고서 </a:t>
            </a:r>
            <a:r>
              <a:rPr lang="en-US" altLang="ko-KR" dirty="0" smtClean="0"/>
              <a:t>				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930662" y="222140"/>
            <a:ext cx="1975338" cy="261610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r>
              <a:rPr lang="en-US" altLang="ko-KR" sz="1100" dirty="0" smtClean="0">
                <a:latin typeface="+mn-ea"/>
                <a:ea typeface="+mn-ea"/>
              </a:rPr>
              <a:t>11</a:t>
            </a:r>
            <a:r>
              <a:rPr lang="ko-KR" altLang="en-US" sz="1100" dirty="0" smtClean="0">
                <a:latin typeface="+mn-ea"/>
                <a:ea typeface="+mn-ea"/>
              </a:rPr>
              <a:t>월 </a:t>
            </a:r>
            <a:r>
              <a:rPr lang="en-US" altLang="ko-KR" sz="1100" dirty="0" smtClean="0">
                <a:latin typeface="+mn-ea"/>
                <a:ea typeface="+mn-ea"/>
              </a:rPr>
              <a:t>2</a:t>
            </a:r>
            <a:r>
              <a:rPr lang="ko-KR" altLang="en-US" sz="1100" dirty="0" smtClean="0">
                <a:latin typeface="+mn-ea"/>
                <a:ea typeface="+mn-ea"/>
              </a:rPr>
              <a:t>주차</a:t>
            </a:r>
          </a:p>
        </p:txBody>
      </p:sp>
    </p:spTree>
    <p:extLst>
      <p:ext uri="{BB962C8B-B14F-4D97-AF65-F5344CB8AC3E}">
        <p14:creationId xmlns:p14="http://schemas.microsoft.com/office/powerpoint/2010/main" val="928019402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6350">
          <a:solidFill>
            <a:schemeClr val="bg1">
              <a:lumMod val="50000"/>
            </a:schemeClr>
          </a:solidFill>
        </a:ln>
      </a:spPr>
      <a:bodyPr lIns="36000" rIns="36000" rtlCol="0" anchor="ctr"/>
      <a:lstStyle>
        <a:defPPr algn="ctr">
          <a:defRPr sz="110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36000" rIns="36000" rtlCol="0">
        <a:spAutoFit/>
      </a:bodyPr>
      <a:lstStyle>
        <a:defPPr>
          <a:defRPr sz="1100" smtClean="0">
            <a:latin typeface="+mn-ea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fd78876-ce09-467d-b753-7536129549ef" xsi:nil="true"/>
    <lcf76f155ced4ddcb4097134ff3c332f xmlns="7917b83e-6192-444e-9fb1-736c99165b0d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CE970A26DE88419B3A96FA1D9B8BA0" ma:contentTypeVersion="15" ma:contentTypeDescription="Create a new document." ma:contentTypeScope="" ma:versionID="256cc9f949c0bbdd5d3178d263ff37a9">
  <xsd:schema xmlns:xsd="http://www.w3.org/2001/XMLSchema" xmlns:xs="http://www.w3.org/2001/XMLSchema" xmlns:p="http://schemas.microsoft.com/office/2006/metadata/properties" xmlns:ns2="7917b83e-6192-444e-9fb1-736c99165b0d" xmlns:ns3="2fd78876-ce09-467d-b753-7536129549ef" targetNamespace="http://schemas.microsoft.com/office/2006/metadata/properties" ma:root="true" ma:fieldsID="879a416a4c447a81e4c5183334489c7a" ns2:_="" ns3:_="">
    <xsd:import namespace="7917b83e-6192-444e-9fb1-736c99165b0d"/>
    <xsd:import namespace="2fd78876-ce09-467d-b753-7536129549e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17b83e-6192-444e-9fb1-736c99165b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75702a04-5a8d-4e22-8fc9-754da5c8457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d78876-ce09-467d-b753-7536129549ef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156e6fa1-0d88-4430-b011-4c132809bb92}" ma:internalName="TaxCatchAll" ma:showField="CatchAllData" ma:web="2fd78876-ce09-467d-b753-7536129549e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BC5EE79-3A7A-4017-AAE0-2AB3DEB14E6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B0A72DE-DD9D-481A-A29B-B454AA4A7099}">
  <ds:schemaRefs>
    <ds:schemaRef ds:uri="2fd78876-ce09-467d-b753-7536129549ef"/>
    <ds:schemaRef ds:uri="7917b83e-6192-444e-9fb1-736c99165b0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3D55CDA-6C42-4A76-B138-F1C1ECBDB9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917b83e-6192-444e-9fb1-736c99165b0d"/>
    <ds:schemaRef ds:uri="2fd78876-ce09-467d-b753-7536129549e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278</TotalTime>
  <Words>133</Words>
  <Application>Microsoft Office PowerPoint</Application>
  <PresentationFormat>A4 용지(210x297mm)</PresentationFormat>
  <Paragraphs>58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HY견고딕</vt:lpstr>
      <vt:lpstr>굴림</vt:lpstr>
      <vt:lpstr>맑은 고딕</vt:lpstr>
      <vt:lpstr>Arial</vt:lpstr>
      <vt:lpstr>Tahoma</vt:lpstr>
      <vt:lpstr>Trebuchet MS</vt:lpstr>
      <vt:lpstr>Wingdings</vt:lpstr>
      <vt:lpstr>디자인 사용자 지정</vt:lpstr>
      <vt:lpstr>주간 보고서     </vt:lpstr>
    </vt:vector>
  </TitlesOfParts>
  <Company>2e Consulting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프로젝트 주간보고 (12월 3주차)</dc:title>
  <dc:creator>문준영(MOON Junyoung)/Enterprise Solution Digital그룹/SK</dc:creator>
  <cp:lastModifiedBy>양한재</cp:lastModifiedBy>
  <cp:revision>18</cp:revision>
  <cp:lastPrinted>2017-05-19T09:55:37Z</cp:lastPrinted>
  <dcterms:created xsi:type="dcterms:W3CDTF">2022-12-15T05:03:00Z</dcterms:created>
  <dcterms:modified xsi:type="dcterms:W3CDTF">2025-11-07T06:07:38Z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0x010100F2CE970A26DE88419B3A96FA1D9B8BA0</vt:lpwstr>
  </property>
  <property fmtid="{D5CDD505-2E9C-101B-9397-08002B2CF9AE}" pid="3" name="MediaServiceImageTags">
    <vt:lpwstr/>
  </property>
</Properties>
</file>