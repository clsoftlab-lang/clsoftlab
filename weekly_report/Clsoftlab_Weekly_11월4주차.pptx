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4"/>
  </p:sldMasterIdLst>
  <p:notesMasterIdLst>
    <p:notesMasterId r:id="rId6"/>
  </p:notesMasterIdLst>
  <p:handoutMasterIdLst>
    <p:handoutMasterId r:id="rId7"/>
  </p:handoutMasterIdLst>
  <p:sldIdLst>
    <p:sldId id="2142533550" r:id="rId5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5978" userDrawn="1">
          <p15:clr>
            <a:srgbClr val="A4A3A4"/>
          </p15:clr>
        </p15:guide>
        <p15:guide id="8" pos="262" userDrawn="1">
          <p15:clr>
            <a:srgbClr val="A4A3A4"/>
          </p15:clr>
        </p15:guide>
        <p15:guide id="11" orient="horz" pos="686" userDrawn="1">
          <p15:clr>
            <a:srgbClr val="A4A3A4"/>
          </p15:clr>
        </p15:guide>
        <p15:guide id="14" orient="horz" pos="38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427" userDrawn="1">
          <p15:clr>
            <a:srgbClr val="A4A3A4"/>
          </p15:clr>
        </p15:guide>
        <p15:guide id="2" pos="2136" userDrawn="1">
          <p15:clr>
            <a:srgbClr val="A4A3A4"/>
          </p15:clr>
        </p15:guide>
        <p15:guide id="3" orient="horz" pos="2084" userDrawn="1">
          <p15:clr>
            <a:srgbClr val="A4A3A4"/>
          </p15:clr>
        </p15:guide>
        <p15:guide id="4" pos="3089" userDrawn="1">
          <p15:clr>
            <a:srgbClr val="A4A3A4"/>
          </p15:clr>
        </p15:guide>
        <p15:guide id="5" orient="horz" pos="1453" userDrawn="1">
          <p15:clr>
            <a:srgbClr val="A4A3A4"/>
          </p15:clr>
        </p15:guide>
        <p15:guide id="6" orient="horz" pos="2122" userDrawn="1">
          <p15:clr>
            <a:srgbClr val="A4A3A4"/>
          </p15:clr>
        </p15:guide>
        <p15:guide id="7" pos="2149" userDrawn="1">
          <p15:clr>
            <a:srgbClr val="A4A3A4"/>
          </p15:clr>
        </p15:guide>
        <p15:guide id="8" pos="31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DEEBF7"/>
    <a:srgbClr val="F2F2F2"/>
    <a:srgbClr val="E7E6E6"/>
    <a:srgbClr val="E6E6E6"/>
    <a:srgbClr val="B1B999"/>
    <a:srgbClr val="FFC45B"/>
    <a:srgbClr val="FFFFCC"/>
    <a:srgbClr val="4472C4"/>
    <a:srgbClr val="9CA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6720" autoAdjust="0"/>
  </p:normalViewPr>
  <p:slideViewPr>
    <p:cSldViewPr snapToGrid="0" showGuides="1">
      <p:cViewPr varScale="1">
        <p:scale>
          <a:sx n="87" d="100"/>
          <a:sy n="87" d="100"/>
        </p:scale>
        <p:origin x="1502" y="82"/>
      </p:cViewPr>
      <p:guideLst>
        <p:guide pos="5978"/>
        <p:guide pos="262"/>
        <p:guide orient="horz" pos="686"/>
        <p:guide orient="horz" pos="38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1427"/>
        <p:guide pos="2136"/>
        <p:guide orient="horz" pos="2084"/>
        <p:guide pos="3089"/>
        <p:guide orient="horz" pos="1453"/>
        <p:guide orient="horz" pos="2122"/>
        <p:guide pos="2149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7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7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4956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7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9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7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14266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089FE8-A1A6-49F2-B317-3775AAE8295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859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1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6354785"/>
            <a:ext cx="9906000" cy="503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" name="Picture 36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0"/>
            <a:ext cx="9906000" cy="1008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573205" y="2191675"/>
            <a:ext cx="8420100" cy="701675"/>
          </a:xfrm>
          <a:prstGeom prst="rect">
            <a:avLst/>
          </a:prstGeom>
          <a:ln w="9525"/>
        </p:spPr>
        <p:txBody>
          <a:bodyPr lIns="90000" tIns="45720" rIns="91440" bIns="45720" anchor="ctr"/>
          <a:lstStyle>
            <a:lvl1pPr algn="ctr" eaLnBrk="1" fontAlgn="ctr" latinLnBrk="1" hangingPunct="1">
              <a:defRPr sz="3200" b="1" smtClean="0">
                <a:solidFill>
                  <a:schemeClr val="tx1"/>
                </a:solidFill>
                <a:latin typeface="Trebuchet MS" panose="020B0603020202020204" pitchFamily="34" charset="0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195567" y="980728"/>
            <a:ext cx="3187091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500"/>
              </a:lnSpc>
              <a:spcBef>
                <a:spcPts val="100"/>
              </a:spcBef>
              <a:spcAft>
                <a:spcPts val="300"/>
              </a:spcAft>
            </a:pPr>
            <a:r>
              <a:rPr lang="ko-KR" altLang="en-US" sz="2000" b="1">
                <a:latin typeface="맑은 고딕" pitchFamily="50" charset="-127"/>
                <a:ea typeface="맑은 고딕" pitchFamily="50" charset="-127"/>
              </a:rPr>
              <a:t>그룹 통합 </a:t>
            </a:r>
            <a:r>
              <a:rPr lang="en-US" altLang="ko-KR" sz="2000" b="1">
                <a:latin typeface="맑은 고딕" pitchFamily="50" charset="-127"/>
                <a:ea typeface="맑은 고딕" pitchFamily="50" charset="-127"/>
              </a:rPr>
              <a:t>HRIS </a:t>
            </a:r>
            <a:r>
              <a:rPr lang="ko-KR" altLang="en-US" sz="2000" b="1">
                <a:latin typeface="맑은 고딕" pitchFamily="50" charset="-127"/>
                <a:ea typeface="맑은 고딕" pitchFamily="50" charset="-127"/>
              </a:rPr>
              <a:t>구축 사업</a:t>
            </a:r>
            <a:endParaRPr lang="en-US" altLang="ko-KR" sz="2000" b="1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697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텍스트 개체 틀 12"/>
          <p:cNvSpPr>
            <a:spLocks noGrp="1"/>
          </p:cNvSpPr>
          <p:nvPr>
            <p:ph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41640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1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6354785"/>
            <a:ext cx="9906000" cy="503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" name="Picture 36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0"/>
            <a:ext cx="9906000" cy="1008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573205" y="2191675"/>
            <a:ext cx="8420100" cy="701675"/>
          </a:xfrm>
          <a:prstGeom prst="rect">
            <a:avLst/>
          </a:prstGeom>
          <a:ln w="9525"/>
        </p:spPr>
        <p:txBody>
          <a:bodyPr lIns="90000" tIns="45720" rIns="91440" bIns="45720" anchor="ctr"/>
          <a:lstStyle>
            <a:lvl1pPr algn="ctr" eaLnBrk="1" fontAlgn="ctr" latinLnBrk="1" hangingPunct="1">
              <a:defRPr sz="3200" b="1" smtClean="0">
                <a:solidFill>
                  <a:schemeClr val="tx1"/>
                </a:solidFill>
                <a:latin typeface="Trebuchet MS" panose="020B060302020202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195567" y="980728"/>
            <a:ext cx="3663247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500"/>
              </a:lnSpc>
              <a:spcBef>
                <a:spcPts val="100"/>
              </a:spcBef>
              <a:spcAft>
                <a:spcPts val="300"/>
              </a:spcAft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SUPEX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추구협의회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e-HR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구축</a:t>
            </a:r>
            <a:endParaRPr lang="en-US" altLang="ko-KR" sz="20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697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텍스트 개체 틀 12"/>
          <p:cNvSpPr>
            <a:spLocks noGrp="1"/>
          </p:cNvSpPr>
          <p:nvPr>
            <p:ph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5A06E6A-28DD-43FA-A0F4-848D27128396}"/>
              </a:ext>
            </a:extLst>
          </p:cNvPr>
          <p:cNvSpPr txBox="1"/>
          <p:nvPr userDrawn="1"/>
        </p:nvSpPr>
        <p:spPr>
          <a:xfrm>
            <a:off x="6600305" y="285483"/>
            <a:ext cx="2975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주차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)~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17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금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endParaRPr kumimoji="0" lang="ko-KR" altLang="en-US" sz="1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640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05_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529817" y="2717227"/>
            <a:ext cx="47525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i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 of</a:t>
            </a:r>
            <a:r>
              <a:rPr lang="en-US" altLang="ko-KR" sz="3200" b="1" i="1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Document</a:t>
            </a:r>
            <a:endParaRPr lang="ko-KR" altLang="en-US" sz="3200" b="1" i="1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텍스트 개체 틀 12"/>
          <p:cNvSpPr>
            <a:spLocks noGrp="1"/>
          </p:cNvSpPr>
          <p:nvPr>
            <p:ph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5A06E6A-28DD-43FA-A0F4-848D27128396}"/>
              </a:ext>
            </a:extLst>
          </p:cNvPr>
          <p:cNvSpPr txBox="1"/>
          <p:nvPr userDrawn="1"/>
        </p:nvSpPr>
        <p:spPr>
          <a:xfrm>
            <a:off x="6600305" y="285483"/>
            <a:ext cx="2975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주차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)~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17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금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endParaRPr kumimoji="0" lang="ko-KR" altLang="en-US" sz="1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61215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1649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81" r:id="rId3"/>
    <p:sldLayoutId id="2147483882" r:id="rId4"/>
    <p:sldLayoutId id="2147483758" r:id="rId5"/>
    <p:sldLayoutId id="2147483953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2pPr>
      <a:lvl3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3pPr>
      <a:lvl4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4pPr>
      <a:lvl5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="" xmlns:a16="http://schemas.microsoft.com/office/drawing/2014/main" id="{CDA7CDB2-99E7-6129-9C24-C5C0465D9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603871"/>
              </p:ext>
            </p:extLst>
          </p:nvPr>
        </p:nvGraphicFramePr>
        <p:xfrm>
          <a:off x="399507" y="772664"/>
          <a:ext cx="9079922" cy="5666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785"/>
                <a:gridCol w="3771900">
                  <a:extLst>
                    <a:ext uri="{9D8B030D-6E8A-4147-A177-3AD203B41FA5}">
                      <a16:colId xmlns="" xmlns:a16="http://schemas.microsoft.com/office/drawing/2014/main" val="1331402510"/>
                    </a:ext>
                  </a:extLst>
                </a:gridCol>
                <a:gridCol w="693410">
                  <a:extLst>
                    <a:ext uri="{9D8B030D-6E8A-4147-A177-3AD203B41FA5}">
                      <a16:colId xmlns="" xmlns:a16="http://schemas.microsoft.com/office/drawing/2014/main" val="3156053022"/>
                    </a:ext>
                  </a:extLst>
                </a:gridCol>
                <a:gridCol w="2602019">
                  <a:extLst>
                    <a:ext uri="{9D8B030D-6E8A-4147-A177-3AD203B41FA5}">
                      <a16:colId xmlns="" xmlns:a16="http://schemas.microsoft.com/office/drawing/2014/main" val="1124897327"/>
                    </a:ext>
                  </a:extLst>
                </a:gridCol>
                <a:gridCol w="688808">
                  <a:extLst>
                    <a:ext uri="{9D8B030D-6E8A-4147-A177-3AD203B41FA5}">
                      <a16:colId xmlns="" xmlns:a16="http://schemas.microsoft.com/office/drawing/2014/main" val="2090423883"/>
                    </a:ext>
                  </a:extLst>
                </a:gridCol>
              </a:tblGrid>
              <a:tr h="323611">
                <a:tc rowSpan="2"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 smtClean="0">
                          <a:solidFill>
                            <a:prstClr val="black"/>
                          </a:solidFill>
                          <a:latin typeface="Trebuchet MS" panose="020B0603020202020204" pitchFamily="34" charset="0"/>
                          <a:ea typeface="+mn-ea"/>
                        </a:rPr>
                        <a:t>일정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금주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(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11/17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 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~ 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11/21)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Trebuchet MS"/>
                        </a:rPr>
                        <a:t>Status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Trebuchet M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ebuchet MS"/>
                          <a:ea typeface="맑은 고딕"/>
                          <a:cs typeface="+mn-cs"/>
                        </a:rPr>
                        <a:t>차주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(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11/24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 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~ 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11/28)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맑은 고딕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Trebuchet MS"/>
                        </a:rPr>
                        <a:t>Status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Trebuchet M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0736907"/>
                  </a:ext>
                </a:extLst>
              </a:tr>
              <a:tr h="4650701">
                <a:tc vMerge="1">
                  <a:txBody>
                    <a:bodyPr/>
                    <a:lstStyle/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랜딩 페이지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레이아웃 변경 및 테마 기능 도입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ko-KR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계산규칙 관리 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지급 명세표 상세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~11/28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66307776"/>
                  </a:ext>
                </a:extLst>
              </a:tr>
              <a:tr h="688992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ebuchet MS"/>
                          <a:ea typeface="+mn-ea"/>
                          <a:cs typeface="+mn-cs"/>
                        </a:rPr>
                        <a:t>비고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11</a:t>
                      </a:r>
                      <a:r>
                        <a:rPr lang="ko-KR" altLang="en-US" sz="1100" dirty="0" smtClean="0"/>
                        <a:t>월 </a:t>
                      </a:r>
                      <a:r>
                        <a:rPr lang="en-US" altLang="ko-KR" sz="1100" dirty="0" smtClean="0"/>
                        <a:t>20</a:t>
                      </a:r>
                      <a:r>
                        <a:rPr lang="ko-KR" altLang="en-US" sz="1100" dirty="0" smtClean="0"/>
                        <a:t>일은 </a:t>
                      </a:r>
                      <a:r>
                        <a:rPr lang="ko-KR" altLang="en-US" sz="1100" dirty="0" err="1" smtClean="0"/>
                        <a:t>엠투소프트</a:t>
                      </a:r>
                      <a:r>
                        <a:rPr lang="ko-KR" altLang="en-US" sz="1100" dirty="0" smtClean="0"/>
                        <a:t> 교육으로 인해 작업하지 못함</a:t>
                      </a:r>
                      <a:r>
                        <a:rPr lang="en-US" altLang="ko-KR" sz="1100" dirty="0" smtClean="0"/>
                        <a:t>.</a:t>
                      </a:r>
                      <a:br>
                        <a:rPr lang="en-US" altLang="ko-KR" sz="1100" dirty="0" smtClean="0"/>
                      </a:br>
                      <a:r>
                        <a:rPr lang="ko-KR" altLang="en-US" sz="1100" dirty="0" smtClean="0"/>
                        <a:t>로그인 기능은 </a:t>
                      </a:r>
                      <a:r>
                        <a:rPr lang="en-US" altLang="ko-KR" sz="1100" dirty="0" err="1" smtClean="0"/>
                        <a:t>ui</a:t>
                      </a:r>
                      <a:r>
                        <a:rPr lang="en-US" altLang="ko-KR" sz="1100" dirty="0" smtClean="0"/>
                        <a:t> </a:t>
                      </a:r>
                      <a:r>
                        <a:rPr lang="ko-KR" altLang="en-US" sz="1100" dirty="0" smtClean="0"/>
                        <a:t>전체</a:t>
                      </a:r>
                      <a:r>
                        <a:rPr lang="en-US" altLang="ko-KR" sz="1100" dirty="0" smtClean="0"/>
                        <a:t> </a:t>
                      </a:r>
                      <a:r>
                        <a:rPr lang="ko-KR" altLang="en-US" sz="1100" dirty="0" smtClean="0"/>
                        <a:t>수정 후 구현 할 예정</a:t>
                      </a:r>
                      <a:endParaRPr lang="ko-KR" altLang="en-US" sz="1100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 smtClean="0"/>
                        <a:t>Ui</a:t>
                      </a:r>
                      <a:r>
                        <a:rPr lang="en-US" altLang="ko-KR" sz="1100" dirty="0" smtClean="0"/>
                        <a:t> </a:t>
                      </a:r>
                      <a:r>
                        <a:rPr lang="ko-KR" altLang="en-US" sz="1100" dirty="0" err="1" smtClean="0"/>
                        <a:t>재수정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전체</a:t>
                      </a:r>
                      <a:r>
                        <a:rPr lang="en-US" altLang="ko-KR" sz="1100" dirty="0" smtClean="0"/>
                        <a:t>)</a:t>
                      </a:r>
                      <a:r>
                        <a:rPr lang="ko-KR" altLang="en-US" sz="1100" dirty="0" smtClean="0"/>
                        <a:t>은 </a:t>
                      </a:r>
                      <a:r>
                        <a:rPr lang="en-US" altLang="ko-KR" sz="1100" dirty="0" smtClean="0"/>
                        <a:t>12/3 </a:t>
                      </a:r>
                      <a:r>
                        <a:rPr lang="ko-KR" altLang="en-US" sz="1100" dirty="0" smtClean="0"/>
                        <a:t>까지 마무리하기</a:t>
                      </a:r>
                      <a:endParaRPr lang="ko-KR" altLang="en-US" sz="1100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99506" y="99047"/>
            <a:ext cx="5851826" cy="481245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주간 보고서 </a:t>
            </a:r>
            <a:r>
              <a:rPr lang="en-US" altLang="ko-KR" dirty="0" smtClean="0"/>
              <a:t>				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930662" y="222140"/>
            <a:ext cx="1975338" cy="26161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US" altLang="ko-KR" sz="1100" dirty="0" smtClean="0">
                <a:latin typeface="+mn-ea"/>
                <a:ea typeface="+mn-ea"/>
              </a:rPr>
              <a:t>11</a:t>
            </a:r>
            <a:r>
              <a:rPr lang="ko-KR" altLang="en-US" sz="1100" dirty="0" smtClean="0">
                <a:latin typeface="+mn-ea"/>
                <a:ea typeface="+mn-ea"/>
              </a:rPr>
              <a:t>월 </a:t>
            </a:r>
            <a:r>
              <a:rPr lang="en-US" altLang="ko-KR" sz="1100" dirty="0" smtClean="0">
                <a:latin typeface="+mn-ea"/>
                <a:ea typeface="+mn-ea"/>
              </a:rPr>
              <a:t>2</a:t>
            </a:r>
            <a:r>
              <a:rPr lang="ko-KR" altLang="en-US" sz="1100" dirty="0" smtClean="0">
                <a:latin typeface="+mn-ea"/>
                <a:ea typeface="+mn-ea"/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92801940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>
          <a:solidFill>
            <a:schemeClr val="bg1">
              <a:lumMod val="50000"/>
            </a:schemeClr>
          </a:solidFill>
        </a:ln>
      </a:spPr>
      <a:bodyPr lIns="36000" rIns="36000" rtlCol="0" anchor="ctr"/>
      <a:lstStyle>
        <a:defPPr algn="ctr">
          <a:defRPr sz="11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rIns="36000" rtlCol="0">
        <a:spAutoFit/>
      </a:bodyPr>
      <a:lstStyle>
        <a:defPPr>
          <a:defRPr sz="1100" smtClean="0">
            <a:latin typeface="+mn-ea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E970A26DE88419B3A96FA1D9B8BA0" ma:contentTypeVersion="15" ma:contentTypeDescription="Create a new document." ma:contentTypeScope="" ma:versionID="256cc9f949c0bbdd5d3178d263ff37a9">
  <xsd:schema xmlns:xsd="http://www.w3.org/2001/XMLSchema" xmlns:xs="http://www.w3.org/2001/XMLSchema" xmlns:p="http://schemas.microsoft.com/office/2006/metadata/properties" xmlns:ns2="7917b83e-6192-444e-9fb1-736c99165b0d" xmlns:ns3="2fd78876-ce09-467d-b753-7536129549ef" targetNamespace="http://schemas.microsoft.com/office/2006/metadata/properties" ma:root="true" ma:fieldsID="879a416a4c447a81e4c5183334489c7a" ns2:_="" ns3:_="">
    <xsd:import namespace="7917b83e-6192-444e-9fb1-736c99165b0d"/>
    <xsd:import namespace="2fd78876-ce09-467d-b753-7536129549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7b83e-6192-444e-9fb1-736c99165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5702a04-5a8d-4e22-8fc9-754da5c845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78876-ce09-467d-b753-7536129549e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56e6fa1-0d88-4430-b011-4c132809bb92}" ma:internalName="TaxCatchAll" ma:showField="CatchAllData" ma:web="2fd78876-ce09-467d-b753-7536129549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d78876-ce09-467d-b753-7536129549ef" xsi:nil="true"/>
    <lcf76f155ced4ddcb4097134ff3c332f xmlns="7917b83e-6192-444e-9fb1-736c99165b0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D55CDA-6C42-4A76-B138-F1C1ECBDB9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17b83e-6192-444e-9fb1-736c99165b0d"/>
    <ds:schemaRef ds:uri="2fd78876-ce09-467d-b753-7536129549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0A72DE-DD9D-481A-A29B-B454AA4A7099}">
  <ds:schemaRefs>
    <ds:schemaRef ds:uri="http://purl.org/dc/elements/1.1/"/>
    <ds:schemaRef ds:uri="http://www.w3.org/XML/1998/namespace"/>
    <ds:schemaRef ds:uri="http://schemas.openxmlformats.org/package/2006/metadata/core-properties"/>
    <ds:schemaRef ds:uri="2fd78876-ce09-467d-b753-7536129549ef"/>
    <ds:schemaRef ds:uri="7917b83e-6192-444e-9fb1-736c99165b0d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BC5EE79-3A7A-4017-AAE0-2AB3DEB14E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65</Words>
  <Application>Microsoft Office PowerPoint</Application>
  <PresentationFormat>A4 용지(210x297mm)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맑은 고딕</vt:lpstr>
      <vt:lpstr>Arial</vt:lpstr>
      <vt:lpstr>Tahoma</vt:lpstr>
      <vt:lpstr>Trebuchet MS</vt:lpstr>
      <vt:lpstr>Wingdings</vt:lpstr>
      <vt:lpstr>디자인 사용자 지정</vt:lpstr>
      <vt:lpstr>주간 보고서     </vt:lpstr>
    </vt:vector>
  </TitlesOfParts>
  <Company>2e Consulting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주간보고 (12월 3주차)</dc:title>
  <dc:creator>문준영(MOON Junyoung)/Enterprise Solution Digital그룹/SK</dc:creator>
  <cp:lastModifiedBy>양한재</cp:lastModifiedBy>
  <cp:revision>19</cp:revision>
  <cp:lastPrinted>2017-05-19T09:55:37Z</cp:lastPrinted>
  <dcterms:created xsi:type="dcterms:W3CDTF">2022-12-15T05:03:00Z</dcterms:created>
  <dcterms:modified xsi:type="dcterms:W3CDTF">2025-11-21T08:21:37Z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0x010100F2CE970A26DE88419B3A96FA1D9B8BA0</vt:lpwstr>
  </property>
  <property fmtid="{D5CDD505-2E9C-101B-9397-08002B2CF9AE}" pid="3" name="MediaServiceImageTags">
    <vt:lpwstr/>
  </property>
</Properties>
</file>